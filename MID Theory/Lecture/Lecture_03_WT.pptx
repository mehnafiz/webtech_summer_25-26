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574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=""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=""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=""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=""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=""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=""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=""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A67BE9E042F1449C73E999E293C03A" ma:contentTypeVersion="0" ma:contentTypeDescription="Create a new document." ma:contentTypeScope="" ma:versionID="f3b9cc309c21b3c93a2c68c29887a3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F30769-EE4F-437E-9EA6-476135D3B762}"/>
</file>

<file path=customXml/itemProps2.xml><?xml version="1.0" encoding="utf-8"?>
<ds:datastoreItem xmlns:ds="http://schemas.openxmlformats.org/officeDocument/2006/customXml" ds:itemID="{98BDCCC6-A908-41AB-ACFA-30500C88D811}"/>
</file>

<file path=customXml/itemProps3.xml><?xml version="1.0" encoding="utf-8"?>
<ds:datastoreItem xmlns:ds="http://schemas.openxmlformats.org/officeDocument/2006/customXml" ds:itemID="{F91528BD-4CED-4428-B2CB-B90FFD95CF65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939</TotalTime>
  <Words>1945</Words>
  <Application>Microsoft Office PowerPoint</Application>
  <PresentationFormat>On-screen Show (4:3)</PresentationFormat>
  <Paragraphs>363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90</cp:revision>
  <dcterms:created xsi:type="dcterms:W3CDTF">2018-12-10T17:20:29Z</dcterms:created>
  <dcterms:modified xsi:type="dcterms:W3CDTF">2021-05-24T03:18:21Z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0x0101008AA67BE9E042F1449C73E999E293C03A</vt:lpwstr>
  </property>
</Properties>
</file>